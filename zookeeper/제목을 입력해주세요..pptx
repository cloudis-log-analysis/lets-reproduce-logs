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24384000" cy="13716000"/>
  <p:notesSz cx="6858000" cy="9144000"/>
  <p:embeddedFontLst>
    <p:embeddedFont>
      <p:font typeface="Pretendard Black"/>
      <p:bold r:id="rId13"/>
    </p:embeddedFont>
    <p:embeddedFont>
      <p:font typeface="Pretendard Bold"/>
      <p:bold r:id="rId14"/>
    </p:embeddedFont>
    <p:embeddedFont>
      <p:font typeface="Pretendard Regular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.fntdata" Type="http://schemas.openxmlformats.org/officeDocument/2006/relationships/font"/><Relationship Id="rId14" Target="fonts/font2.fntdata" Type="http://schemas.openxmlformats.org/officeDocument/2006/relationships/font"/><Relationship Id="rId15" Target="fonts/font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38800" y="5715000"/>
            <a:ext cx="13500100" cy="187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410" b="false" i="false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ZOOKEEPER 이슈 재현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649700" y="8636000"/>
            <a:ext cx="24638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205" b="false" i="false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김성현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4600" y="1079500"/>
            <a:ext cx="5283200" cy="187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410" b="false" i="false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이슈 목록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2400" y="3708400"/>
            <a:ext cx="81407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ZOOKEEPER-2247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2400" y="6324600"/>
            <a:ext cx="81788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ZOOKEEPER-2592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400" y="8953500"/>
            <a:ext cx="82550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ZOOKEEPER-3496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69600" y="6464300"/>
            <a:ext cx="11353800" cy="1155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5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zookeeper 실행 상태에서 디스크 용량이 가득 찼을 때 발생한 응답 </a:t>
            </a:r>
          </a:p>
          <a:p>
            <a:pPr algn="l" lvl="0">
              <a:lnSpc>
                <a:spcPct val="116199"/>
              </a:lnSpc>
            </a:pPr>
            <a:r>
              <a:rPr lang="en-US" sz="315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불능이 디스크 용량이 다시 확보된 상황에서도 지속되는 버그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69600" y="3213100"/>
            <a:ext cx="11353800" cy="227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5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디스크 read-only 등으로 쓰기 실패 후 정상으로 돌아오더라도,</a:t>
            </a:r>
          </a:p>
          <a:p>
            <a:pPr algn="l" lvl="0">
              <a:lnSpc>
                <a:spcPct val="116199"/>
              </a:lnSpc>
            </a:pPr>
            <a:r>
              <a:rPr lang="en-US" sz="315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리더가 셧다운 되지 않음.</a:t>
            </a:r>
          </a:p>
          <a:p>
            <a:pPr algn="l" lvl="0">
              <a:lnSpc>
                <a:spcPct val="116199"/>
              </a:lnSpc>
            </a:pPr>
            <a:r>
              <a:rPr lang="en-US" sz="315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이에 재선출도 일어나지 않고, </a:t>
            </a:r>
          </a:p>
          <a:p>
            <a:pPr algn="l" lvl="0">
              <a:lnSpc>
                <a:spcPct val="116199"/>
              </a:lnSpc>
            </a:pPr>
            <a:r>
              <a:rPr lang="en-US" sz="315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트랜잭션 로그 쓰기도 불가한 버그
</a:t>
            </a:r>
            <a:r>
              <a:rPr lang="en-US" sz="315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69600" y="8953500"/>
            <a:ext cx="11353800" cy="284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5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트랜잭션 로그 요청은 1MB까지만 허용함. 즉 1MB 쯔음은 요청이 가능.</a:t>
            </a:r>
          </a:p>
          <a:p>
            <a:pPr algn="l" lvl="0">
              <a:lnSpc>
                <a:spcPct val="116199"/>
              </a:lnSpc>
            </a:pPr>
            <a:r>
              <a:rPr lang="en-US" sz="315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그러나 이후 내부적으로 실제로 트랜잭션 로그를 쓸 때는 추가적인 내용들이 붙어 더 큰 크기로 저장됨.</a:t>
            </a:r>
          </a:p>
          <a:p>
            <a:pPr algn="l" lvl="0">
              <a:lnSpc>
                <a:spcPct val="116199"/>
              </a:lnSpc>
            </a:pPr>
            <a:r>
              <a:rPr lang="en-US" sz="315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이때 1024Bytes를 넘으면, IOException이 발생하며 시작 불가한 버그</a:t>
            </a:r>
          </a:p>
          <a:p>
            <a:pPr algn="l" lvl="0">
              <a:lnSpc>
                <a:spcPct val="116199"/>
              </a:lnSpc>
            </a:pPr>
            <a:r>
              <a:rPr lang="en-US" sz="315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2781300"/>
            <a:ext cx="22872700" cy="9791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52500" y="1003300"/>
            <a:ext cx="81407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ZOOKEEPER-2247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3111500"/>
            <a:ext cx="22860000" cy="9779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27100" y="1028700"/>
            <a:ext cx="81407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ZOOKEEPER-2247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981200" y="2324100"/>
            <a:ext cx="20434300" cy="10502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749300" y="622300"/>
            <a:ext cx="81788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ZOOKEEPER-2592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36700" y="4724400"/>
            <a:ext cx="21310600" cy="4927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536700" y="1295400"/>
            <a:ext cx="82550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ZOOKEEPER-3496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06100" y="1295400"/>
            <a:ext cx="51689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재현하지 못함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1100" y="1320800"/>
            <a:ext cx="5003800" cy="187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410" b="false" i="false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기타사항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06600" y="3733800"/>
            <a:ext cx="12217400" cy="152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자바계열의 로깅 소프트웨어의 경우 (log4j, logback) 
로그레벨이 TRACE, DEBUG,INFO,WARN,ERROR 존재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6600" y="6477000"/>
            <a:ext cx="106553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주키퍼의 경우, 도커 허브에 없는 버전이 있기도 함.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6600" y="8737600"/>
            <a:ext cx="12496800" cy="227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주키퍼의 경우 분산시스템을 전제하여 만들었기 때문에</a:t>
            </a:r>
          </a:p>
          <a:p>
            <a:pPr algn="l" lvl="0">
              <a:lnSpc>
                <a:spcPct val="116199"/>
              </a:lnSpc>
            </a:pPr>
            <a:r>
              <a:rPr lang="en-US" sz="420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종료가 문제가 아닌 경우가 있음</a:t>
            </a:r>
          </a:p>
          <a:p>
            <a:pPr algn="l" lvl="0">
              <a:lnSpc>
                <a:spcPct val="116199"/>
              </a:lnSpc>
            </a:pPr>
            <a:r>
              <a:rPr lang="en-US" sz="420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즉 정상작동 하지 않는데 종료도 하지 않는 경우가 더욱 위험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